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Integrador II – UNIVESP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Gestão Educacional (Backend + Frontend)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Desenvolver um sistema completo para gestão acadêmica, com API REST e Front-End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da API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CRUD completo</a:t>
            </a:r>
          </a:p>
          <a:p>
            <a:r>
              <a:t>- Autenticação JWT</a:t>
            </a:r>
          </a:p>
          <a:p>
            <a:r>
              <a:t>- Registro de ponto, faltas, notas, turmas, estudantes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3</a:t>
            </a:r>
          </a:p>
          <a:p>
            <a:r>
              <a:t>- FastAPI</a:t>
            </a:r>
          </a:p>
          <a:p>
            <a:r>
              <a:t>- SQLAlchemy</a:t>
            </a:r>
          </a:p>
          <a:p>
            <a:r>
              <a:t>- Alembic</a:t>
            </a:r>
          </a:p>
          <a:p>
            <a:r>
              <a:t>- PostgreSQL/SQLite</a:t>
            </a:r>
          </a:p>
          <a:p>
            <a:r>
              <a:t>- Poetry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modular com routers separados, schemas Pydantic e migrações de banco.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(React)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web feita em React consumindo a API FastAPI.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React JS</a:t>
            </a:r>
          </a:p>
          <a:p>
            <a:r>
              <a:t>- Axios (requisições)</a:t>
            </a:r>
          </a:p>
          <a:p>
            <a:r>
              <a:t>- Componentização</a:t>
            </a:r>
          </a:p>
          <a:p>
            <a:r>
              <a:t>- Estado/Contexto</a:t>
            </a:r>
          </a:p>
          <a:p>
            <a:r>
              <a:t>- Consumo de API externa (FastAPI)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API documentada Swagger</a:t>
            </a:r>
          </a:p>
          <a:p>
            <a:r>
              <a:t>- Deploy Fly.io</a:t>
            </a:r>
          </a:p>
          <a:p>
            <a:r>
              <a:t>- Integração com o front React funcionando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Reais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Automação de processos escolares</a:t>
            </a:r>
          </a:p>
          <a:p>
            <a:r>
              <a:t>- Centralização de dados</a:t>
            </a:r>
          </a:p>
          <a:p>
            <a:r>
              <a:t>- Base pronta p/ expansão futura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Projeto entregue com backend + frontend integrados</a:t>
            </a:r>
          </a:p>
          <a:p>
            <a:r>
              <a:t>- React consumindo FastAPI com sucesso</a:t>
            </a:r>
          </a:p>
          <a:p>
            <a:r>
              <a:t>- Estrutura pronta para melhorias futuras (boletim, financeiro, dashboards)</a:t>
            </a:r>
          </a:p>
          <a:p>
            <a:r>
              <a:t>- Código versionado, testável e escalável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Imagem da Tecnologia: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(imagem/logo aqui)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Imagem da Tecnologia: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(imagem/logo aqui)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Imagem da Tecnologia: SQLAlchemy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(imagem/logo aqui)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Imagem da Tecnologia: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(imagem/logo aqui)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Imagem da Tecnologia: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(imagem/logo aqui)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Logo/Icone –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Icone colorido representando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371600" cy="1371600"/>
          </a:xfrm>
          <a:prstGeom prst="rect">
            <a:avLst/>
          </a:prstGeom>
          <a:solidFill>
            <a:srgbClr val="3572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Python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Logo/Icone –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Icone colorido representando FastAPI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371600" cy="1371600"/>
          </a:xfrm>
          <a:prstGeom prst="rect">
            <a:avLst/>
          </a:prstGeom>
          <a:solidFill>
            <a:srgbClr val="06B99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Logo/Icone – SQLAlchemy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Icone colorido representando SQLAlchemy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371600" cy="1371600"/>
          </a:xfrm>
          <a:prstGeom prst="rect">
            <a:avLst/>
          </a:prstGeom>
          <a:solidFill>
            <a:srgbClr val="AD22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SQLAlchemy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Logo/Icone –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Icone colorido representando React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371600" cy="1371600"/>
          </a:xfrm>
          <a:prstGeom prst="rect">
            <a:avLst/>
          </a:prstGeom>
          <a:solidFill>
            <a:srgbClr val="61DA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Logo/Icone –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Icone colorido representando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371600" cy="1371600"/>
          </a:xfrm>
          <a:prstGeom prst="rect">
            <a:avLst/>
          </a:prstGeom>
          <a:solidFill>
            <a:srgbClr val="3178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